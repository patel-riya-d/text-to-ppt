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refers to machines simulating human intelligence</a:t>
            </a:r>
          </a:p>
          <a:p>
            <a:pPr/>
            <a:r>
              <a:t>Enables automation of complex tasks</a:t>
            </a:r>
          </a:p>
          <a:p>
            <a:pPr/>
            <a:r>
              <a:t>Foundation for modern technological advancements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Narrow AI: Designed for specific tasks</a:t>
            </a:r>
          </a:p>
          <a:p>
            <a:pPr/>
            <a:r>
              <a:t>General AI: Human-like cognitive abilities</a:t>
            </a:r>
          </a:p>
          <a:p>
            <a:pPr/>
            <a:r>
              <a:t>Superintelligent AI: Surpasses human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Machine Learning: Algorithms that learn from data</a:t>
            </a:r>
          </a:p>
          <a:p>
            <a:pPr/>
            <a:r>
              <a:t>Natural Language Processing: Understanding human language</a:t>
            </a:r>
          </a:p>
          <a:p>
            <a:pPr/>
            <a:r>
              <a:t>Computer Vision: Interpreting visual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Healthcare: Diagnostics and personalized treatment</a:t>
            </a:r>
          </a:p>
          <a:p>
            <a:pPr/>
            <a:r>
              <a:t>Finance: Fraud detection and algorithmic trading</a:t>
            </a:r>
          </a:p>
          <a:p>
            <a:pPr/>
            <a:r>
              <a:t>Transportation: Autonomous vehicles and traffic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privacy and security concerns</a:t>
            </a:r>
          </a:p>
          <a:p>
            <a:pPr/>
            <a:r>
              <a:t>Bias and fairness in AI algorithms</a:t>
            </a:r>
          </a:p>
          <a:p>
            <a:pPr/>
            <a:r>
              <a:t>Impact on employment and society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Advancements in AI research and development</a:t>
            </a:r>
          </a:p>
          <a:p>
            <a:pPr/>
            <a:r>
              <a:t>Integration with IoT and other technologies</a:t>
            </a:r>
          </a:p>
          <a:p>
            <a:pPr/>
            <a:r>
              <a:t>Potential for transformative societal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