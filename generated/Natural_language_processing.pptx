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</a:rPr>
              <a:t>Introduction to Natural Language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282828"/>
                </a:solidFill>
              </a:rPr>
              <a:t>Study of interactions between computers and human language</a:t>
            </a:r>
          </a:p>
          <a:p>
            <a:pPr/>
            <a:r>
              <a:rPr sz="2000">
                <a:solidFill>
                  <a:srgbClr val="282828"/>
                </a:solidFill>
              </a:rPr>
              <a:t>Enables machines to understand, interpret, and generate text</a:t>
            </a:r>
          </a:p>
          <a:p>
            <a:pPr/>
            <a:r>
              <a:rPr sz="2000">
                <a:solidFill>
                  <a:srgbClr val="282828"/>
                </a:solidFill>
              </a:rPr>
              <a:t>Combines linguistics, computer science, and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</a:rPr>
              <a:t>Core Components of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282828"/>
                </a:solidFill>
              </a:rPr>
              <a:t>Tokenization: Breaking text into words or sentences</a:t>
            </a:r>
          </a:p>
          <a:p>
            <a:pPr/>
            <a:r>
              <a:rPr sz="2000">
                <a:solidFill>
                  <a:srgbClr val="282828"/>
                </a:solidFill>
              </a:rPr>
              <a:t>Parsing: Analyzing grammatical structure</a:t>
            </a:r>
          </a:p>
          <a:p>
            <a:pPr/>
            <a:r>
              <a:rPr sz="2000">
                <a:solidFill>
                  <a:srgbClr val="282828"/>
                </a:solidFill>
              </a:rPr>
              <a:t>Named Entity Recognition: Identifying entities like names and places</a:t>
            </a:r>
          </a:p>
          <a:p>
            <a:pPr/>
            <a:r>
              <a:rPr sz="2000">
                <a:solidFill>
                  <a:srgbClr val="282828"/>
                </a:solidFill>
              </a:rPr>
              <a:t>Sentiment Analysis: Detecting emotions and opinions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</a:rPr>
              <a:t>Popular NLP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282828"/>
                </a:solidFill>
              </a:rPr>
              <a:t>Bag of Words and TF-IDF for text representation</a:t>
            </a:r>
          </a:p>
          <a:p>
            <a:pPr/>
            <a:r>
              <a:rPr sz="2000">
                <a:solidFill>
                  <a:srgbClr val="282828"/>
                </a:solidFill>
              </a:rPr>
              <a:t>Word Embeddings like Word2Vec and GloVe</a:t>
            </a:r>
          </a:p>
          <a:p>
            <a:pPr/>
            <a:r>
              <a:rPr sz="2000">
                <a:solidFill>
                  <a:srgbClr val="282828"/>
                </a:solidFill>
              </a:rPr>
              <a:t>Transformer models such as BERT and 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</a:rPr>
              <a:t>Applications of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282828"/>
                </a:solidFill>
              </a:rPr>
              <a:t>Chatbots and virtual assistants</a:t>
            </a:r>
          </a:p>
          <a:p>
            <a:pPr/>
            <a:r>
              <a:rPr sz="2000">
                <a:solidFill>
                  <a:srgbClr val="282828"/>
                </a:solidFill>
              </a:rPr>
              <a:t>Machine translation and language localization</a:t>
            </a:r>
          </a:p>
          <a:p>
            <a:pPr/>
            <a:r>
              <a:rPr sz="2000">
                <a:solidFill>
                  <a:srgbClr val="282828"/>
                </a:solidFill>
              </a:rPr>
              <a:t>Sentiment analysis in social media monitoring</a:t>
            </a:r>
          </a:p>
          <a:p>
            <a:pPr/>
            <a:r>
              <a:rPr sz="2000">
                <a:solidFill>
                  <a:srgbClr val="282828"/>
                </a:solidFill>
              </a:rPr>
              <a:t>Information retrieval and summarization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</a:rPr>
              <a:t>Challenges and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000">
                <a:solidFill>
                  <a:srgbClr val="282828"/>
                </a:solidFill>
              </a:rPr>
              <a:t>Handling ambiguity and context in language</a:t>
            </a:r>
          </a:p>
          <a:p>
            <a:pPr/>
            <a:r>
              <a:rPr sz="2000">
                <a:solidFill>
                  <a:srgbClr val="282828"/>
                </a:solidFill>
              </a:rPr>
              <a:t>Improving multilingual and low-resource language support</a:t>
            </a:r>
          </a:p>
          <a:p>
            <a:pPr/>
            <a:r>
              <a:rPr sz="2000">
                <a:solidFill>
                  <a:srgbClr val="282828"/>
                </a:solidFill>
              </a:rPr>
              <a:t>Ethical considerations and bias mitigation</a:t>
            </a:r>
          </a:p>
          <a:p>
            <a:pPr/>
            <a:r>
              <a:rPr sz="2000">
                <a:solidFill>
                  <a:srgbClr val="282828"/>
                </a:solidFill>
              </a:rPr>
              <a:t>Advancements in deep learning and transfer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