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NLP enables computers to understand human language</a:t>
            </a:r>
          </a:p>
          <a:p>
            <a:pPr/>
            <a:r>
              <a:t>Combines linguistics, computer science, and AI</a:t>
            </a:r>
          </a:p>
          <a:p>
            <a:pPr/>
            <a:r>
              <a:t>Applications include chatbots, translation, and sentiment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Tokenization: Breaking text into words or phrases</a:t>
            </a:r>
          </a:p>
          <a:p>
            <a:pPr/>
            <a:r>
              <a:t>Parsing: Analyzing grammatical structure</a:t>
            </a:r>
          </a:p>
          <a:p>
            <a:pPr/>
            <a:r>
              <a:t>Named Entity Recognition: Identifying proper names</a:t>
            </a:r>
          </a:p>
          <a:p>
            <a:pPr/>
            <a:r>
              <a:t>Sentiment Analysis: Detecting emotion in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Techniques and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Rule-based and statistical approaches</a:t>
            </a:r>
          </a:p>
          <a:p>
            <a:pPr/>
            <a:r>
              <a:t>Machine learning models like SVM and CRF</a:t>
            </a:r>
          </a:p>
          <a:p>
            <a:pPr/>
            <a:r>
              <a:t>Deep learning with RNNs, Transformers, and BERT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Applications of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Speech recognition and virtual assistants</a:t>
            </a:r>
          </a:p>
          <a:p>
            <a:pPr/>
            <a:r>
              <a:t>Machine translation and language generation</a:t>
            </a:r>
          </a:p>
          <a:p>
            <a:pPr/>
            <a:r>
              <a:t>Information extraction and summarization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Ambiguity and context understanding</a:t>
            </a:r>
          </a:p>
          <a:p>
            <a:pPr/>
            <a:r>
              <a:t>Handling slang, idioms, and diverse languages</a:t>
            </a:r>
          </a:p>
          <a:p>
            <a:pPr/>
            <a:r>
              <a:t>Data privacy and bias in language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Improved contextual understanding with large models</a:t>
            </a:r>
          </a:p>
          <a:p>
            <a:pPr/>
            <a:r>
              <a:t>Multimodal NLP combining text, speech, and vision</a:t>
            </a:r>
          </a:p>
          <a:p>
            <a:pPr/>
            <a:r>
              <a:t>Greater integration in everyday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